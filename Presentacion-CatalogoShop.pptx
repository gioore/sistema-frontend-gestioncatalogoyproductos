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 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Stack Tecnológico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CatálogoShop · Exposición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CatálogoShop — Sistema de Gestión y Catálogo de Productos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Integrantes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2918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Gerson Orellana — Líder / CRUD y despliegue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Javier — Interfaz y UX (navbar, cabecera)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Albino — Categorías DISTINCT y filtros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Didhyer — Listado y grid responsive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Keily — Detalle, integración y pruebas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JS → React + Vite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32918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Componentes reutilizables y reactividad declarativa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Ecosistema maduro y JSX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Vite: HMR instantáneo y build ligero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axios para peticiones HTTP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react-router-dom (HashRouter)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CSS → Tailwind v4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423160"/>
            <a:ext cx="29260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Utility-first: clases en el JSX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Responsive rápido sin CSS muerto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Estilos consistentes en equipo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Context para estado compartido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2 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Solución Técnica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CatálogoShop ·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1) Categorías dinámicas (DISTINCT)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normalizarCategoria(): trim + minúsculas + sin tildes (NFD)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extraerCategoriasDistinct(): Map por clave normalizada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Guarda { clave, nombre, cantidad, id } e incrementa cantidad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Descarta vacíos y ordena por clave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Por qué: el backend no expone categorías y trae datos inconsistentes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2) Peticiones asíncronas y estado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productoService con axios (Content-Type: application/json)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Un único GET al montar con async/await y try/catch/finally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Estados loading / error / datos en el ProductContext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agregar / actualizar / eliminar actualizan el estado en memoria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Context compartido: sin prop-drilling entre listado, filtros y detalle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1247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3) Estructura y flujo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api/ (servicios) → context/ (estado global) → hooks/ + utils/ (filtros, DISTINCT) → components/ (layout, ui, producto) → pages/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Delegación: el Frontend procesa el DISTINCT y los filtros combinados (nombre + categoría + oferta + limpiar) sin cargar al backend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GitHub Pages con HashRouter para rutas SPA sin servidor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3 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CatálogoShop ·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749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Navegación y filtros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2918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Catálogo → menú "⋯" → detalle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Filtros combinados: búsqueda + oferta + categoría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Botón "Limpiar filtros" (useFilters)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Grid responsive y cards con precios (Didhyer)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UI: navbar, cabecera, badges de oferta (Javier)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Modal de detalle (Keily)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7315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CRUD en tiempo real (Gerson)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68580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1. CREAR (POST): "+ Nuevo producto" → formulario → guardar → toast de éxito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2. EDITAR (PUT): menú "⋯" → "Editar" → formulario precargado → cambiar precio → guardar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3. ELIMINAR (DELETE): "Eliminar" → modal de confirmación → confirmar → desaparece + toast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4. El estado global se actualiza al instante (sin recargar la página)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Todo contra BackService: https://backservicetest-….azurewebsites.net/api/producto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4 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Técnica y Conclusiones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CatálogoShop · Exposición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77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Frameworks vs JavaScript Vanilla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Componentes reutilizables y estado declarativo (menos código imperativo)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Productividad y DX: HMR, ecosistema y tooling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Manejo de errores asíncronos limpio y responsive ágil con Tailwind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Lecciones aprendidas y retos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Normalizar datos del backend (categorías inconsistentes y precioOferta null)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Integrar 4 ramas/PRs en paralelo sin romper el trabajo ajeno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Centralizar el estado para mantener coherencia entre módulos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Deploy a GitHub Pages con HashRouter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47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Conclusión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754880"/>
            <a:ext cx="10789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Definir la arquitectura antes de codear evitó conflictos y duplicación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El estado global centralizado (Context) hizo escalable el trabajo en equipo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 React + Tailwind aceleraron el desarrollo y mejoraron la UX frente a Vanilla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CatálogoShop — Sistema de Gestión y Catálogo de Productos</dc:title>
  <dc:subject>PptxGenJS Presentation</dc:subject>
  <dc:creator>Equipo CatálogoShop</dc:creator>
  <cp:lastModifiedBy>Equipo CatálogoShop</cp:lastModifiedBy>
  <cp:revision>1</cp:revision>
  <dcterms:created xsi:type="dcterms:W3CDTF">2026-08-07T18:40:05Z</dcterms:created>
  <dcterms:modified xsi:type="dcterms:W3CDTF">2026-08-07T18:40:05Z</dcterms:modified>
</cp:coreProperties>
</file>